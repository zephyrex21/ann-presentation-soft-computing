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07B39-9901-4F54-96F3-7266E4425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A8AA6-0D1C-411B-9E2F-995628BA4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2858-00A5-4565-ADB6-2C9BBE85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F098-1392-4A99-914F-9BCCC9934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77A48-37BA-4A75-BDBA-A289FE89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30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9B56-F327-4F00-8C11-E56586034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A8A32-E70C-4A1D-8E81-28DE2B7DC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40381-9893-4E27-AA94-F1C9D0BFB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3658F-6482-4CBC-8FA3-004B31CE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E1CBD-413B-44BA-BE71-41BAC852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07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3152-EAE5-4EC2-A2A0-B431D466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10D4D-7B97-4EBE-B6E7-7F7702032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BAAB9-CA4D-44E2-91D6-C0009229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7A844-2DFF-480F-9D25-550A85384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2004A-8959-4A53-8BCC-E9E89C27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889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A9DC5-BCE5-4CE5-90ED-70FD4660E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8086C-D2A9-4887-B84B-9C379D6CA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82351-41E2-4D25-A5C1-79DF001D4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D1640-6F88-4467-972E-D7A78550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E77C3-8B28-4F35-81DE-15CB8137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BEA9E-DE63-4BC5-B2AB-E22C23A2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4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E607-B8D9-4C04-80E6-7183AEAA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31152-EE61-408D-8932-7ADB8A754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56D8F-4F14-4654-960A-E86E01F5E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ADDB7-B0AF-4AA5-BF21-9D1D5B4B9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46E100-30FC-40F1-9484-F8E7698C7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4FDE8-5165-44E8-B37C-098B7837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9781A-875E-485C-A834-7B261CBB1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8AFAA-45B0-4671-8D4D-7182F5F6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20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671A-EA6A-444D-9220-E1CFD244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108BF-1D6A-4A2C-ADE2-91E8ADAA0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30A6A6-4A0D-4EE3-B02C-B8269DBE2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82CFB-EFDD-42E6-95DC-5F9847BA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28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66DEE-F5CE-4604-9F92-451EF4D8E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3CF31-A420-4724-8AE7-701BCB510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D30C8-D380-4934-90CF-1F2DD9B2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23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0ECF-536A-4108-BC35-3AFDA5A94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0C4D7-925C-4963-941A-B46EA4368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205BA-02F6-499F-8BE8-08C4BC7A2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47B63-7429-4503-888D-FFF06D65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4A2C2-F97F-4094-B1C2-0724DC0C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A3D2-7745-482A-8AC2-74DC1142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36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A2A6-1712-4D33-B062-84A1B5A4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92968B-A681-4B24-8EC9-24F046782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734CA-4226-4474-8FE3-D8D8A5C3F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A3256-82FA-41E0-9395-C903E9DAB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78DF7-61A0-4E3B-8B27-45E7DF83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858CC-520D-43FF-9E6A-8B371DAB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964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61FE-A376-4A23-9864-39F04421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D46BD-AB1C-461E-89F1-BADED3719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4DEBD-E0F5-4FD6-A44C-CDDD08AD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1EAD3-3CAF-4CF8-A60C-8CBDBA86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A67BB-5FEB-41C3-BF75-AE5073EA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81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670848-C46E-4846-AC5D-753F6B8F6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C5FA6-CB91-4EC5-807F-568167C6E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207AD-FF6F-491C-A627-5A5F91764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2B8ED-3859-4524-9075-C43DC291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748C0-289D-4C50-8836-C17CB4C7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172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E98705-BEDC-485F-85FA-18D43D5EE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A067-2F54-4021-AF2D-C784EC96F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495A2-10FC-4B17-8060-FC1FF4918E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180D9-2970-42EA-B3CE-B9BB50C7B82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6AD21-4D3D-40E1-9088-6FC0C0739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CA516-D935-4B6D-BD7B-E772BF713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9F21A-F3EB-4D5C-A3D2-3AEDD2619E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50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3812-0698-464F-96C7-B1C09DE3C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B6EC6-2D22-47D5-AE5D-38A3A3D71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80408-1E6F-485B-B41D-6FA3438C7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56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399B-D653-4148-AE31-FB1F4C9325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C4F1C-35F8-49E2-B6AE-F92BD83BB7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C8022-BEE0-4F90-A470-5A2D7D2215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95" r="546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5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E655-1F4A-429F-A99C-F1186124C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5AAC3-1AE8-4BD0-9207-AD2FCDC29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38CABC-1BD1-4122-824D-31796D142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49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AA7E-4781-4D29-B77E-41B4C8CA4A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C7E3B-A6DA-49D3-AAC5-164665A2DE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404B5A3-BDCC-42B7-AB43-53204A8B5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296"/>
            <a:ext cx="12192000" cy="69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4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C7736-5393-44CA-84D5-37CA5C9979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F4E84-B07B-44F4-8905-C2DE3BFEA1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53571AF-4A88-4170-AC0F-D860B26D6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3652" y="0"/>
            <a:ext cx="13059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68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9F14B-F6A7-4EC9-8A2C-B93270524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A03B8-343A-4460-B278-3EF20B696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8507355-B28D-4CA9-9896-79CD5BF91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477" y="0"/>
            <a:ext cx="12816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9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EC4B-9CE1-4FEA-9A4E-5B30C870DA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74EE8-FC27-4850-A9B7-15E7FB2A05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7D9DEF9-B3BB-46A0-B0A0-CA8D7CBB41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" r="1664"/>
          <a:stretch/>
        </p:blipFill>
        <p:spPr>
          <a:xfrm>
            <a:off x="-585216" y="0"/>
            <a:ext cx="1335938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54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B926-7D9F-4C86-88C6-54B770E7D5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67573-60F8-4775-A6C3-31597C0245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33DE4FD-621A-48C4-9562-9C1DF677C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7892" y="0"/>
            <a:ext cx="133477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60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91D0-1222-45EB-897E-9EC417C32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19493-1517-4D61-8CC3-7C71383BCE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DFE7AF9-0073-4019-A2D2-D0E4F55AC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6919" y="0"/>
            <a:ext cx="130458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353-73C1-4FD5-90CF-0B13A034E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2D353-82F6-4C6D-BC4D-64DD777C9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F93BA99-7513-4165-99D8-ECAB397BA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9796" y="0"/>
            <a:ext cx="13171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45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B1C0-2939-43E3-B41A-275923632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B1386-2D84-4523-AF64-A70B675F5E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48FAE18-BDE7-4920-991F-FAE0D45EA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5739" y="0"/>
            <a:ext cx="13223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75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ABAD-FB27-46DE-9D6E-977B756FF7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9D107-6A82-4BD2-885D-4B083B545C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8F63C71-74A5-4A1C-B919-BB1329679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475" y="0"/>
            <a:ext cx="12376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1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9A1F-D42E-4DC6-80E7-626B544F2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DD082-9DB5-42FE-BAEF-85EE7E9BF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DE154639-FB1E-42E3-9E04-F7C426C8A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149" y="0"/>
            <a:ext cx="12957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09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7588C-5311-437D-832F-2414C497CF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689C9-7ED0-4C63-A23B-7E74C9FA1C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5C87B3A7-21B3-4839-B89A-1E6963163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4292" y="0"/>
            <a:ext cx="1288058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43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295-6BFE-4422-A914-8A343AF31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EB165-A6C6-407F-8F5D-B4702770B7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F9D559F-B397-4A4D-B8A8-3556EA306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9402" y="0"/>
            <a:ext cx="131908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8DC29-6748-49A4-889F-B29E292B7A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3B8E2-EC5B-49B9-BBD7-2341CBB2F1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411D439-F538-456E-A796-D46CDF5ED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8205" y="0"/>
            <a:ext cx="129684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27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3AAA5-4DE5-4CE9-A05F-8AACF1E12A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A44E4-FDA3-458A-BCB9-CB587E9F09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B36E9DD-9049-4635-8C5D-A288137D8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3821" y="0"/>
            <a:ext cx="13239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79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E730-1107-4085-871D-CA408393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Content Placeholder 10" descr="Screens screenshot of a computer&#10;&#10;Description automatically generated">
            <a:extLst>
              <a:ext uri="{FF2B5EF4-FFF2-40B4-BE49-F238E27FC236}">
                <a16:creationId xmlns:a16="http://schemas.microsoft.com/office/drawing/2014/main" id="{DFBF0705-80C6-44F6-8254-98056A616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64" y="0"/>
            <a:ext cx="12483158" cy="6858000"/>
          </a:xfrm>
        </p:spPr>
      </p:pic>
    </p:spTree>
    <p:extLst>
      <p:ext uri="{BB962C8B-B14F-4D97-AF65-F5344CB8AC3E}">
        <p14:creationId xmlns:p14="http://schemas.microsoft.com/office/powerpoint/2010/main" val="482766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96DDC-3EC6-4238-8FB3-8C33E02854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2591D-185F-447B-A3FB-8F46CA1B20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DB4D84D-1A8D-4D27-84AB-03FFA7EF8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5216" y="-2396"/>
            <a:ext cx="13357768" cy="686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17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Saurabh Raj Shekhar</dc:creator>
  <cp:lastModifiedBy>Saurabh Raj Shekhar</cp:lastModifiedBy>
  <cp:revision>7</cp:revision>
  <dcterms:created xsi:type="dcterms:W3CDTF">2026-10-08T12:17:10Z</dcterms:created>
  <dcterms:modified xsi:type="dcterms:W3CDTF">2026-10-08T12:27:19Z</dcterms:modified>
</cp:coreProperties>
</file>